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8EF51-F60D-9C39-BE8F-F9503C7D79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15E3D4-89A2-2D96-F0E4-6F7FA9439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50692-3EB8-E004-535C-EE3EB0A3B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6C249-69F6-9215-909C-AC9CC555E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5F578-0D41-62F3-6437-E49C8C7BC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753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F440E-D701-0574-18BA-2518B973C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9E71F-66DF-1A01-192F-761B3A090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CA8C5-6E42-CAC6-336D-C54119AD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9A3FE-1109-32F2-A295-16DD73766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CC04E-5C57-1702-525F-37B8778FE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055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66E25-AD3E-0F87-6730-C21755AF3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FF200-BE28-F851-FA7F-50350F38B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C27D6-8D9E-AE30-8D83-B78208BA9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33B42-BB3F-686A-5DCD-8095B105C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87733-6BF2-AAE5-56C8-399C7C440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188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5EC1E-9FDE-1E08-9265-DA26507A7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CEBB2-A037-3832-9795-778F057C14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FDE661-3175-F9EF-3DBA-0768DE3ADC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CBC545-B24F-DD32-A982-7648A975E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2ABFA-182A-9102-18B8-3F30F83FF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EEE1E1-6EEF-43E8-0053-2881A06A0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222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7A713-003F-8E94-85E5-06080A72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CE715-EA33-8711-78D3-F3D6D55C2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DE815-ABCA-2BC8-1A13-DD22AAFDC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DE8C2F-FB88-B4D8-341C-96E4EE1704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2217E3-5AF7-57CE-8AFD-698068CB8B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2E6207-6C45-3B30-1A87-F029B6CC6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1418CB-8B61-FB9D-4054-6B19E2654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380F4D-F77C-A8E7-87E7-4EDA62F0D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883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52629-948A-AAC3-E618-11848E0F1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F05935-DAD4-3441-63F0-6A394E4A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AB7110-78A5-A474-B585-EC6C30515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37E213-DCB2-1E4B-17C5-122423929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113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94F2AC-639B-D5D5-3086-3213E2D6D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E20436-6643-7819-C55D-7F4B0B075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3BC2D-356B-A439-4D49-FA5D55EA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606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774AF-B36F-0E05-766A-44E415662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3E566-6E07-C86D-7F99-49875B3D8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1672AF-495D-C455-EE6C-83425F8DD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6085D4-AD0A-108A-CFA7-E4AD1A043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4E9676-5180-9A95-72D5-567DC4D90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12462-49B9-DDB8-A04D-1C2A45264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906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22E30-D259-97BC-346A-8B7203D15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1BA459-4D65-26BE-8BA5-6E7C140F25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C5F79-7022-A6DE-634A-0FDD49A45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DB893E-583A-7C45-F5D5-EE6B6C054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4FE50-3BEB-830E-B752-D838CABA6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F370E-E307-A4CA-AEFD-3FEEC094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04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01324-9223-144E-62D8-0703A44E5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44B96E-7B89-200B-DEA4-73D4BCC28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DEFAA-C6DA-0082-00AB-02E7A69AA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51D68-2B02-ADFC-6D6C-29B73230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A9ACF-C938-E0C3-3A06-4BE7F1692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129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1C9526-E255-DD14-DF7C-EA86D3F415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F2A500-18E1-E2E0-15B4-A67F738E51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D5470-DDA5-9B85-A080-66E3DB8EC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CD71D-BF16-6516-28D8-4563F1D55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84B06-3B1B-6973-8CA8-4D8173712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400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2AC126-F5F7-CFB8-FCAB-2DEDEF917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A542B-5826-56E8-8D31-B5EEFB983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EC52C-22D8-D8CF-A7D7-29BFB49500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8E5CA-F8D6-A6C5-6CD3-1AD83E7F70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43CC4-3BAF-7964-5D92-C04C44CA2E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18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alice672@gmail.com" TargetMode="External"/><Relationship Id="rId3" Type="http://schemas.openxmlformats.org/officeDocument/2006/relationships/hyperlink" Target="mailto:alicedev.secure@outlook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principal.stx@school-edu.in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74D48D-46CD-91D2-D697-B762352DD121}"/>
              </a:ext>
            </a:extLst>
          </p:cNvPr>
          <p:cNvSpPr txBox="1"/>
          <p:nvPr/>
        </p:nvSpPr>
        <p:spPr>
          <a:xfrm>
            <a:off x="457201" y="187036"/>
            <a:ext cx="1130530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Personal Identity &amp; Vital Records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Full Legal Name: [PERSON_NAME_1]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Date of Birth: 14 August 1999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Place of Birth: Indore, Madhya Pradesh, India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Mother's Maiden Name: [PERSON_NAME_3]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Father's Full Name: [PERSON_NAME_4]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Spouse's Full Name: [PERSON_NAME_5]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National Identity Number (Aadhaar Dummy): [GOVERNMENT_ID_6]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Permanent Account Number (PAN Dummy): [FINANCIAL_7]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Passport Number: [GOVERNMENT_ID_8]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Voter ID Card Number: [GOVERNMENT_ID_9]</a:t>
            </a:r>
          </a:p>
        </p:txBody>
      </p:sp>
    </p:spTree>
    <p:extLst>
      <p:ext uri="{BB962C8B-B14F-4D97-AF65-F5344CB8AC3E}">
        <p14:creationId xmlns:p14="http://schemas.microsoft.com/office/powerpoint/2010/main" val="3140375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37B096-8F8C-A39D-85D6-7398ECA2BB76}"/>
              </a:ext>
            </a:extLst>
          </p:cNvPr>
          <p:cNvSpPr txBox="1"/>
          <p:nvPr/>
        </p:nvSpPr>
        <p:spPr>
          <a:xfrm>
            <a:off x="594878" y="164963"/>
            <a:ext cx="1110528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/>
              <a:t>2. Contact &amp; Digital Footprint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Personal Email Address: [CONTACT_10]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Backup Recovery Email: </a:t>
            </a:r>
            <a:r>
              <a:rPr lang="en-US" sz="1800" dirty="0">
                <a:hlinkClick r:id="rId3"/>
              </a:rPr>
              <a:t>alicedev.secure@outlook.com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Primary Mobile Number: [CONTACT_12]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Secondary Emergency Number: [CONTACT_13]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Permanent Residential Address: [CONTACT_14]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Current Temporary Address: [CONTACT_15]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Personal Wi-Fi Network Name (SSID): [CONTACT_16]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Home Wi-Fi Router Password: [CONTACT_17]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Private IPv4 Address: [CONTACT_18]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MAC Address of Personal Laptop: [CONTACT_19]</a:t>
            </a:r>
          </a:p>
        </p:txBody>
      </p:sp>
    </p:spTree>
    <p:extLst>
      <p:ext uri="{BB962C8B-B14F-4D97-AF65-F5344CB8AC3E}">
        <p14:creationId xmlns:p14="http://schemas.microsoft.com/office/powerpoint/2010/main" val="3156584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709CD3-A62E-05BD-FA17-DE93605224E8}"/>
              </a:ext>
            </a:extLst>
          </p:cNvPr>
          <p:cNvSpPr txBox="1"/>
          <p:nvPr/>
        </p:nvSpPr>
        <p:spPr>
          <a:xfrm>
            <a:off x="270164" y="571501"/>
            <a:ext cx="1152351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/>
              <a:t>3. Academic &amp; School History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High School Name: [INSTITUTIONAL_20]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High School Principal's Name: [INSTITUTIONAL_21]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Principal's Direct Office Phone Extension: [INSTITUTIONAL_22]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High School Principal's Email: [INSTITUTIONAL_23]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Student Enrollment/Roll Number: [INSTITUTIONAL_24]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10th Board Exam Percentage: [INSTITUTIONAL_25]%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12th Board Exam Percentage: [INSTITUTIONAL_26]%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Undergraduate University Name: [INSTITUTIONAL_27]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Bachelor's Degree Major: [INSTITUTIONAL_28]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Cumulative Graduation GPA: [INSTITUTIONAL_29]</a:t>
            </a:r>
          </a:p>
          <a:p>
            <a:pPr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29840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8BED21-4D39-86F3-4310-B03ED6061734}"/>
              </a:ext>
            </a:extLst>
          </p:cNvPr>
          <p:cNvSpPr txBox="1"/>
          <p:nvPr/>
        </p:nvSpPr>
        <p:spPr>
          <a:xfrm>
            <a:off x="667616" y="289679"/>
            <a:ext cx="1112606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/>
              <a:t>4. Financial &amp; Employment Data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Current Employer Name: [INSTITUTIONAL_30]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Employee Identification Number: [INSTITUTIONAL_31]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Workplace Reporting Manager: [INSTITUTIONAL_32]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Current Annual Gross Salary: [FINANCIAL_33]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Primary Bank Name: Apex National Bank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Bank Account Number: [FINANCIAL_34]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Bank IFSC Routing Code: [FINANCIAL_35]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Credit Card Provider: Platinum Capital Visa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Credit Card Number: [FINANCIAL_36]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Credit Card CVV Code: [FINANCIAL_37]</a:t>
            </a:r>
          </a:p>
        </p:txBody>
      </p:sp>
    </p:spTree>
    <p:extLst>
      <p:ext uri="{BB962C8B-B14F-4D97-AF65-F5344CB8AC3E}">
        <p14:creationId xmlns:p14="http://schemas.microsoft.com/office/powerpoint/2010/main" val="420407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3F9AC9-F447-CA66-84B5-DAFAF0C16E86}"/>
              </a:ext>
            </a:extLst>
          </p:cNvPr>
          <p:cNvSpPr txBox="1"/>
          <p:nvPr/>
        </p:nvSpPr>
        <p:spPr>
          <a:xfrm>
            <a:off x="605270" y="159751"/>
            <a:ext cx="1128193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/>
              <a:t>5. Medical &amp; Health Records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Health Insurance Provider: [INSTITUTIONAL_38]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Insurance Policy Number: [INSTITUTIONAL_39]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Primary Care Physician: [INSTITUTIONAL_40]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Physician's Clinic Address: [INSTITUTIONAL_41]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Blood Type: [INSTITUTIONAL_42]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Known Medical Allergies: [INSTITUTIONAL_43]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Chronic Medical Conditions: [INSTITUTIONAL_44]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Current Active Prescription: [INSTITUTIONAL_45]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Medical Lab Report Reference ID: [INSTITUTIONAL_46]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Health App Sync Token: [INSTITUTIONAL_47]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76507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FA453C-B400-F6BA-A2A4-81D3E9A6D78F}"/>
              </a:ext>
            </a:extLst>
          </p:cNvPr>
          <p:cNvSpPr txBox="1"/>
          <p:nvPr/>
        </p:nvSpPr>
        <p:spPr>
          <a:xfrm>
            <a:off x="748145" y="335846"/>
            <a:ext cx="1115983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/>
              <a:t>6. Digital Security, API Keys, &amp; Credentials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GitHub Personal Access Token (Fictional): [SECURITY_BIOMETRIC_48]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AWS Access Key ID (Fictional): [SECURITY_BIOMETRIC_49]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AWS Secret Access Key (Fictional): [SECURITY_BIOMETRIC_50]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OpenAI Organization ID (Fictional): [SECURITY_BIOMETRIC_51]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Google Cloud Project Private Key ID: [SECURITY_BIOMETRIC_52]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Cryptographic SSH Public Key Fingerprint: SHA256:[SECURITY_BIOMETRIC_53]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Crypto Wallet Public Address (Ethereum): [SECURITY_BIOMETRIC_54]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Password Manager Master Hint phrase: "[SECURITY_BIOMETRIC_55]"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Two-Factor Authentication (2FA) Backup Recovery Code 1: [SECURITY_BIOMETRIC_56]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Two-Factor Authentication (2FA) Backup Recovery Code 2: [SECURITY_BIOMETRIC_57]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62724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555</Words>
  <Application>Microsoft Office PowerPoint</Application>
  <PresentationFormat>Widescreen</PresentationFormat>
  <Paragraphs>66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Chetan Khairnar</dc:creator>
  <cp:lastModifiedBy>Chetan Khairnar</cp:lastModifiedBy>
  <cp:revision>1</cp:revision>
  <dcterms:created xsi:type="dcterms:W3CDTF">2026-09-04T08:24:22Z</dcterms:created>
  <dcterms:modified xsi:type="dcterms:W3CDTF">2026-09-04T08:24:37Z</dcterms:modified>
</cp:coreProperties>
</file>