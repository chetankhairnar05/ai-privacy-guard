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EF51-F60D-9C39-BE8F-F9503C7D7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5E3D4-89A2-2D96-F0E4-6F7FA943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50692-3EB8-E004-535C-EE3EB0A3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C249-69F6-9215-909C-AC9CC555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5F578-0D41-62F3-6437-E49C8C7B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440E-D701-0574-18BA-2518B973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E71F-66DF-1A01-192F-761B3A090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A8C5-6E42-CAC6-336D-C54119AD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A3FE-1109-32F2-A295-16DD7376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CC04E-5C57-1702-525F-37B8778F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5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6E25-AD3E-0F87-6730-C21755AF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FF200-BE28-F851-FA7F-50350F38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27D6-8D9E-AE30-8D83-B78208BA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33B42-BB3F-686A-5DCD-8095B105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7733-6BF2-AAE5-56C8-399C7C44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8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EC1E-9FDE-1E08-9265-DA26507A7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CEBB2-A037-3832-9795-778F057C1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DE661-3175-F9EF-3DBA-0768DE3AD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BC545-B24F-DD32-A982-7648A975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2ABFA-182A-9102-18B8-3F30F83F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EE1E1-6EEF-43E8-0053-2881A06A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2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A713-003F-8E94-85E5-06080A72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E715-EA33-8711-78D3-F3D6D55C2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DE815-ABCA-2BC8-1A13-DD22AAFDC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E8C2F-FB88-B4D8-341C-96E4EE170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217E3-5AF7-57CE-8AFD-698068CB8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E6207-6C45-3B30-1A87-F029B6CC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418CB-8B61-FB9D-4054-6B19E265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80F4D-F77C-A8E7-87E7-4EDA62F0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8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2629-948A-AAC3-E618-11848E0F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05935-DAD4-3441-63F0-6A394E4A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B7110-78A5-A474-B585-EC6C3051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7E213-DCB2-1E4B-17C5-12242392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1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4F2AC-639B-D5D5-3086-3213E2D6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20436-6643-7819-C55D-7F4B0B075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3BC2D-356B-A439-4D49-FA5D55EA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0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74AF-B36F-0E05-766A-44E415662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E566-6E07-C86D-7F99-49875B3D8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672AF-495D-C455-EE6C-83425F8DD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085D4-AD0A-108A-CFA7-E4AD1A04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E9676-5180-9A95-72D5-567DC4D9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12462-49B9-DDB8-A04D-1C2A4526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0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2E30-D259-97BC-346A-8B7203D1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1BA459-4D65-26BE-8BA5-6E7C140F25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C5F79-7022-A6DE-634A-0FDD49A45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B893E-583A-7C45-F5D5-EE6B6C05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4FE50-3BEB-830E-B752-D838CABA6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F370E-E307-A4CA-AEFD-3FEEC094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1324-9223-144E-62D8-0703A44E5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4B96E-7B89-200B-DEA4-73D4BCC2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EFAA-C6DA-0082-00AB-02E7A69A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51D68-2B02-ADFC-6D6C-29B73230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9ACF-C938-E0C3-3A06-4BE7F169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2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1C9526-E255-DD14-DF7C-EA86D3F41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2A500-18E1-E2E0-15B4-A67F738E5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5470-DDA5-9B85-A080-66E3DB8E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CD71D-BF16-6516-28D8-4563F1D5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4B06-3B1B-6973-8CA8-4D817371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00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AC126-F5F7-CFB8-FCAB-2DEDEF91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A542B-5826-56E8-8D31-B5EEFB983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EC52C-22D8-D8CF-A7D7-29BFB4950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0DF80-29EA-41B1-B7F7-8927EC3ED2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8E5CA-F8D6-A6C5-6CD3-1AD83E7F7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43CC4-3BAF-7964-5D92-C04C44CA2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A596E-914F-4295-89B8-E1E861A22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alice672@gmail.com" TargetMode="External"/><Relationship Id="rId3" Type="http://schemas.openxmlformats.org/officeDocument/2006/relationships/hyperlink" Target="mailto:alicedev.secure@outlook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74D48D-46CD-91D2-D697-B762352DD121}"/>
              </a:ext>
            </a:extLst>
          </p:cNvPr>
          <p:cNvSpPr txBox="1"/>
          <p:nvPr/>
        </p:nvSpPr>
        <p:spPr>
          <a:xfrm>
            <a:off x="457201" y="187036"/>
            <a:ext cx="113053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Personal Identity &amp; Vital Records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Full Legal Name: [PERSONAL_IDENTIFIER_7]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Date of Birth: [DEMOGRAPHIC_VITAL_8]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Place of Birth: [DEMOGRAPHIC_VITAL_9]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Mother's Maiden Name: [PERSONAL_IDENTIFIER_10]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Father's Full Name: [PERSONAL_IDENTIFIER_11]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Spouse's Full Name: [PERSONAL_IDENTIFIER_12]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National Identity Number (Aadhaar Dummy): [GOVERNMENT_LEGAL_6]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Permanent Account Number (PAN Dummy): [GOVERNMENT_LEGAL_5]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Passport Number: [GOVERNMENT_LEGAL_13]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Voter ID Card Number: [GOVERNMENT_LEGAL_14]</a:t>
            </a:r>
          </a:p>
        </p:txBody>
      </p:sp>
    </p:spTree>
    <p:extLst>
      <p:ext uri="{BB962C8B-B14F-4D97-AF65-F5344CB8AC3E}">
        <p14:creationId xmlns:p14="http://schemas.microsoft.com/office/powerpoint/2010/main" val="314037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7B096-8F8C-A39D-85D6-7398ECA2BB76}"/>
              </a:ext>
            </a:extLst>
          </p:cNvPr>
          <p:cNvSpPr txBox="1"/>
          <p:nvPr/>
        </p:nvSpPr>
        <p:spPr>
          <a:xfrm>
            <a:off x="594878" y="164963"/>
            <a:ext cx="111052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2. Contact &amp; Digital Footprint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Personal Email Address: [CONTACT_LOCATION_1]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Backup Recovery Email: [CONTACT_LOCATION_2]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Primary Mobile Number: [CONTACT_LOCATION_15]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Secondary Emergency Number: [CONTACT_LOCATION_16]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Permanent Residential Address: [CONTACT_LOCATION_17]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Current Temporary Address: [CONTACT_LOCATION_18]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Personal Wi-Fi Network Name (SSID): [NETWORK_DEVICE_19]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Home Wi-Fi Router Password: teri maa randi</a:t>
            </a:r>
            <a:endParaRPr lang="en-US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Private IPv4 Address: [NETWORK_DEVICE_3]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t>MAC Address of Personal Laptop: [NETWORK_DEVICE_4]</a:t>
            </a:r>
          </a:p>
        </p:txBody>
      </p:sp>
    </p:spTree>
    <p:extLst>
      <p:ext uri="{BB962C8B-B14F-4D97-AF65-F5344CB8AC3E}">
        <p14:creationId xmlns:p14="http://schemas.microsoft.com/office/powerpoint/2010/main" val="315658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84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0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50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724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Khairnar</dc:creator>
  <cp:lastModifiedBy>Chetan Khairnar</cp:lastModifiedBy>
  <cp:revision>3</cp:revision>
  <dcterms:created xsi:type="dcterms:W3CDTF">2026-09-04T08:24:22Z</dcterms:created>
  <dcterms:modified xsi:type="dcterms:W3CDTF">2026-09-04T09:54:41Z</dcterms:modified>
</cp:coreProperties>
</file>